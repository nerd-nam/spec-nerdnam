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a7fbc011ce440e" /><Relationship Type="http://schemas.openxmlformats.org/officeDocument/2006/relationships/extended-properties" Target="/docProps/app.xml" Id="Rf216158d435840fa" /><Relationship Type="http://schemas.openxmlformats.org/officeDocument/2006/relationships/officeDocument" Target="/ppt/presentation.xml" Id="R7094a3c46f824a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1ba64150db4590"/>
  </p:sldMasterIdLst>
  <p:notesMasterIdLst>
    <p:notesMasterId xmlns:r="http://schemas.openxmlformats.org/officeDocument/2006/relationships" r:id="R831bda128b0347c3"/>
  </p:notesMasterIdLst>
  <p:sldIdLst>
    <p:sldId xmlns:r="http://schemas.openxmlformats.org/officeDocument/2006/relationships" id="256" r:id="Rd69a5cda44024215"/>
    <p:sldId xmlns:r="http://schemas.openxmlformats.org/officeDocument/2006/relationships" id="257" r:id="Rd2352a1be55c4ba0"/>
    <p:sldId xmlns:r="http://schemas.openxmlformats.org/officeDocument/2006/relationships" id="258" r:id="R7ab6f1b5cec34256"/>
    <p:sldId xmlns:r="http://schemas.openxmlformats.org/officeDocument/2006/relationships" id="259" r:id="Rea8da4cf5605473f"/>
    <p:sldId xmlns:r="http://schemas.openxmlformats.org/officeDocument/2006/relationships" id="260" r:id="R7666d02fd4c04707"/>
    <p:sldId xmlns:r="http://schemas.openxmlformats.org/officeDocument/2006/relationships" id="261" r:id="R0a89d0810bbc46c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937f4381e0490b" /><Relationship Type="http://schemas.openxmlformats.org/officeDocument/2006/relationships/slideMaster" Target="/ppt/slideMasters/slideMaster1.xml" Id="R0f1ba64150db4590" /><Relationship Type="http://schemas.openxmlformats.org/officeDocument/2006/relationships/notesMaster" Target="/ppt/notesMasters/notesMaster1.xml" Id="R831bda128b0347c3" /><Relationship Type="http://schemas.openxmlformats.org/officeDocument/2006/relationships/presProps" Target="/ppt/presProps.xml" Id="Rf243ef62bc8c4352" /><Relationship Type="http://schemas.openxmlformats.org/officeDocument/2006/relationships/tableStyles" Target="/ppt/tableStyles.xml" Id="R4bd8009e31ea401b" /><Relationship Type="http://schemas.openxmlformats.org/officeDocument/2006/relationships/slide" Target="/ppt/slides/slide1.xml" Id="Rd69a5cda44024215" /><Relationship Type="http://schemas.openxmlformats.org/officeDocument/2006/relationships/slide" Target="/ppt/slides/slide2.xml" Id="Rd2352a1be55c4ba0" /><Relationship Type="http://schemas.openxmlformats.org/officeDocument/2006/relationships/slide" Target="/ppt/slides/slide3.xml" Id="R7ab6f1b5cec34256" /><Relationship Type="http://schemas.openxmlformats.org/officeDocument/2006/relationships/slide" Target="/ppt/slides/slide4.xml" Id="Rea8da4cf5605473f" /><Relationship Type="http://schemas.openxmlformats.org/officeDocument/2006/relationships/slide" Target="/ppt/slides/slide5.xml" Id="R7666d02fd4c04707" /><Relationship Type="http://schemas.openxmlformats.org/officeDocument/2006/relationships/slide" Target="/ppt/slides/slide6.xml" Id="R0a89d0810bbc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fa384ba2a54e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27890e6084e5a" /><Relationship Type="http://schemas.openxmlformats.org/officeDocument/2006/relationships/notesMaster" Target="/ppt/notesMasters/notesMaster1.xml" Id="R14378e3738ac47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7d0c83032448c" /><Relationship Type="http://schemas.openxmlformats.org/officeDocument/2006/relationships/notesMaster" Target="/ppt/notesMasters/notesMaster1.xml" Id="Re0699760630e47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765c1c7a0148ae" /><Relationship Type="http://schemas.openxmlformats.org/officeDocument/2006/relationships/notesMaster" Target="/ppt/notesMasters/notesMaster1.xml" Id="Re97afa79ff024a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1d261d85584afe" /><Relationship Type="http://schemas.openxmlformats.org/officeDocument/2006/relationships/notesMaster" Target="/ppt/notesMasters/notesMaster1.xml" Id="R676849228b6c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778be6384f4bdb" /><Relationship Type="http://schemas.openxmlformats.org/officeDocument/2006/relationships/notesMaster" Target="/ppt/notesMasters/notesMaster1.xml" Id="R7095bbfae4e447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5d6fb53e6046b1" /><Relationship Type="http://schemas.openxmlformats.org/officeDocument/2006/relationships/notesMaster" Target="/ppt/notesMasters/notesMaster1.xml" Id="R8f221b249c594f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nerdnam은 기술스택, 경력, 프로젝트를 한 번 정리해 두고 채용공고마다 작성 방향을 제안하는 AI 지원서 코치입니다. 이 자료는 서비스 기획과 화면 시안을 소개합니다.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/Users/mapi/project/nerdnam/SPEC-nerdnam/기획서.md (1장 개요)</a:t>
            </a:r>
          </a:p>
          <a:p xmlns:a="http://schemas.openxmlformats.org/drawingml/2006/main">
            <a:r>
              <a:t>/Users/mapi/project/nerdnam/SPEC-nerdnam/design/index.html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주요 타깃은 경험은 쌓였지만 공고별로 정리하는 데 어려움을 느끼는 1~7년차 개발자입니다. 신입과 부트캠프 수료생도 프로젝트 경험을 중심으로 활용할 수 있습니다. 문제 설명은 기획서의 사용자 가설이며 시장 조사 결과나 측정치가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/Users/mapi/project/nerdnam/SPEC-nerdnam/기획서.md (1장 배경과 문제, 타깃 사용자)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기술스택, 경력, 프로젝트를 입력하면 AI가 프로젝트를 사례 단위로 나눕니다. 사용자는 원문 근거를 확인하고 각 사례를 확정하거나 제외합니다. 빠진 사실을 AI가 추측하지 않도록 확인 질문을 사용합니다. 확정한 사례만 이후 공고 매칭에 활용합니다. 화면의 응답시간 등 수치는 가상의 사용자 경험 예시이며 nerdnam의 성능 지표가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/Users/mapi/project/nerdnam/SPEC-nerdnam/기획서.md (2장 사용자 흐름, F1~F3)</a:t>
            </a:r>
          </a:p>
          <a:p xmlns:a="http://schemas.openxmlformats.org/drawingml/2006/main">
            <a:r>
              <a:t>/Users/mapi/project/nerdnam/SPEC-nerdnam/design/review.html</a:t>
            </a:r>
          </a:p>
          <a:p xmlns:a="http://schemas.openxmlformats.org/drawingml/2006/main">
            <a:r>
              <a:t>/Users/mapi/project/nerdnam/SPEC-nerdnam/design/assets/js/review.js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공고는 필수사항과 우대사항 등을 고정 양식에 직접 입력합니다. RAG 검색으로 관련 경험을 찾고 요건별로 충족, 부분 충족, 미충족, 판단 불가를 판정합니다. 적합도 리포트는 근거와 갭 대응 가이드를 보여 줍니다. 화면의 충족 수치는 예시 공고와 예시 경력을 기준으로 한 시안 데이터입니다.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/Users/mapi/project/nerdnam/SPEC-nerdnam/기획서.md (F4~F5, 5.4 RAG 파이프라인)</a:t>
            </a:r>
          </a:p>
          <a:p xmlns:a="http://schemas.openxmlformats.org/drawingml/2006/main">
            <a:r>
              <a:t>/Users/mapi/project/nerdnam/SPEC-nerdnam/design/report.html</a:t>
            </a:r>
          </a:p>
          <a:p xmlns:a="http://schemas.openxmlformats.org/drawingml/2006/main">
            <a:r>
              <a:t>/Users/mapi/project/nerdnam/SPEC-nerdnam/design/assets/js/report.js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서류 4종의 핵심 메시지, 문단 구성과 근거 경험을 제안합니다. 포트폴리오용 이미지 생성 프롬프트도 제공합니다. MVP는 완성 원고의 대필이나 이미지 직접 생성보다 작성 방향과 근거 제시에 초점을 둡니다. 화면은 지원동기 탭의 예시입니다.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/Users/mapi/project/nerdnam/SPEC-nerdnam/기획서.md (F5~F6, 9.2 MVP 범위)</a:t>
            </a:r>
          </a:p>
          <a:p xmlns:a="http://schemas.openxmlformats.org/drawingml/2006/main">
            <a:r>
              <a:t>/Users/mapi/project/nerdnam/SPEC-nerdnam/design/guide.html</a:t>
            </a:r>
          </a:p>
          <a:p xmlns:a="http://schemas.openxmlformats.org/drawingml/2006/main">
            <a:r>
              <a:t>/Users/mapi/project/nerdnam/SPEC-nerdnam/design/assets/js/guide-data.js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문장혁은 팀장으로 백엔드와 인프라를 담당합니다. 박준우는 프론트엔드와 인프라를 담당하고, 김민규는 모델 서빙과 인프라를 담당합니다.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사용자가 제공한 팀원 이름과 역할.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fb6dbae704e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4d045090c43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5c4d9066a41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b66a588274f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4c3744d424a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087d4160f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4F9D14-D93C-4CAF-81BF-1E30813EA2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7B93A0-A879-4109-A52C-0A48684D92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116698-C586-4E19-9C4B-483F0558B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722E7F-32A2-4FA3-99C0-DBBD1AFBC5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0B559E-9D23-42F4-B84A-B3CEA22659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383B49-1197-4865-AA09-A169288B1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F481D8-3905-4E18-A667-96AAF1959A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D80458-B302-4CA0-B456-46511639C0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F43E4D-7149-4C13-A5AF-DCBF70F02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8167F3-AA82-4C7B-9F2A-FEE110BA7B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e36490dc32401f" /><Relationship Type="http://schemas.openxmlformats.org/officeDocument/2006/relationships/slideLayout" Target="/ppt/slideLayouts/slideLayout1.xml" Id="Ra84c1fe8de8d4f78" /><Relationship Type="http://schemas.openxmlformats.org/officeDocument/2006/relationships/slideLayout" Target="/ppt/slideLayouts/slideLayout2.xml" Id="R10ee5181211448c1" /><Relationship Type="http://schemas.openxmlformats.org/officeDocument/2006/relationships/slideLayout" Target="/ppt/slideLayouts/slideLayout3.xml" Id="R65872892236f4c3a" /><Relationship Type="http://schemas.openxmlformats.org/officeDocument/2006/relationships/slideLayout" Target="/ppt/slideLayouts/slideLayout4.xml" Id="R0180d0c07e244ab8" /><Relationship Type="http://schemas.openxmlformats.org/officeDocument/2006/relationships/slideLayout" Target="/ppt/slideLayouts/slideLayout5.xml" Id="R575d0ee6ccac44d9" /><Relationship Type="http://schemas.openxmlformats.org/officeDocument/2006/relationships/slideLayout" Target="/ppt/slideLayouts/slideLayout6.xml" Id="Rc0a10da0104140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4c1fe8de8d4f78"/>
    <p:sldLayoutId xmlns:r="http://schemas.openxmlformats.org/officeDocument/2006/relationships" id="2147483650" r:id="R10ee5181211448c1"/>
    <p:sldLayoutId xmlns:r="http://schemas.openxmlformats.org/officeDocument/2006/relationships" id="2147483651" r:id="R65872892236f4c3a"/>
    <p:sldLayoutId xmlns:r="http://schemas.openxmlformats.org/officeDocument/2006/relationships" id="2147483652" r:id="R0180d0c07e244ab8"/>
    <p:sldLayoutId xmlns:r="http://schemas.openxmlformats.org/officeDocument/2006/relationships" id="2147483653" r:id="R575d0ee6ccac44d9"/>
    <p:sldLayoutId xmlns:r="http://schemas.openxmlformats.org/officeDocument/2006/relationships" id="2147483654" r:id="Rc0a10da0104140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8b655493c4daf" /><Relationship Type="http://schemas.openxmlformats.org/officeDocument/2006/relationships/notesSlide" Target="/ppt/notesSlides/notesSlide1.xml" Id="R8227c0cd09324c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a7329f09b48f3" /><Relationship Type="http://schemas.openxmlformats.org/officeDocument/2006/relationships/notesSlide" Target="/ppt/notesSlides/notesSlide2.xml" Id="R5e905727dc6045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a455f43864bf4" /><Relationship Type="http://schemas.openxmlformats.org/officeDocument/2006/relationships/image" Target="/ppt/media/image.png" Id="Ra025b136abb446f5" /><Relationship Type="http://schemas.openxmlformats.org/officeDocument/2006/relationships/notesSlide" Target="/ppt/notesSlides/notesSlide3.xml" Id="R3897d66c05a246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ffc038f99478f" /><Relationship Type="http://schemas.openxmlformats.org/officeDocument/2006/relationships/image" Target="/ppt/media/image2.png" Id="R25a426807ae740a7" /><Relationship Type="http://schemas.openxmlformats.org/officeDocument/2006/relationships/notesSlide" Target="/ppt/notesSlides/notesSlide4.xml" Id="R1348b22efed24e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81d72c7164c7d" /><Relationship Type="http://schemas.openxmlformats.org/officeDocument/2006/relationships/image" Target="/ppt/media/image3.png" Id="R8355cdde13474f89" /><Relationship Type="http://schemas.openxmlformats.org/officeDocument/2006/relationships/notesSlide" Target="/ppt/notesSlides/notesSlide5.xml" Id="Rae8aa50f997e46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e94d0f2ee469a" /><Relationship Type="http://schemas.openxmlformats.org/officeDocument/2006/relationships/notesSlide" Target="/ppt/notesSlides/notesSlide6.xml" Id="R26ce09f5cd1f41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42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8F898-AF2A-473E-B400-4D18EE4C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143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nerdnam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990E9-142A-438A-A5B1-5F44A73E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1238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rPr>
              <a:t>AI 맞춤형 지원서 코치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17404-64BA-4291-9820-0D93CF5E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362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경험은 한 번 정리하고,</a:t>
            </a:r>
          </a:p>
          <a:p xmlns:a="http://schemas.openxmlformats.org/drawingml/2006/main">
            <a:pPr>
              <a:buNone/>
              <a:def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방향은 공고마다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17578-F13C-4250-B7ED-74F2D371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865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 경험을 근거로, 나다운 지원서를 준비합니다.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D68F5-3EC8-4016-9064-9D2DC184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981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rPr>
              <a:t>프로젝트 소개</a:t>
            </a:r>
          </a:p>
        </p:txBody>
      </p:sp>
    </p:spTree>
    <p:extLst>
      <p:ext uri="{BB962C8B-B14F-4D97-AF65-F5344CB8AC3E}">
        <p14:creationId xmlns:p14="http://schemas.microsoft.com/office/powerpoint/2010/main" val="2043891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DA17D-AA1C-40BB-9C1F-310C8181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개발자의 지원서 준비가 어려운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4FA76-C978-4E3B-9445-B282A8E1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5FE21-144C-4B46-BAD7-6713C12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43125"/>
            <a:ext cx="1228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공고마다 달라지는 강조점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65ED-F3E6-4BE1-8F59-8815A939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90825"/>
            <a:ext cx="1228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같은 경험도 회사가 요구하는 역량에 맞춰 다시 정리해야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78FFF-BE26-44CC-B41E-2793E6A4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8E01C-642D-472D-BB48-E0155EC8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14750"/>
            <a:ext cx="1228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성과가 잘 드러나지 않는 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D6B62-2CB5-4A0A-A820-0186F17F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62450"/>
            <a:ext cx="1228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개발한 기능을 나열하면 문제 해결 과정과 기여가 묻힙니다.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09EC8-3F3E-4DA8-8CF1-5904AF46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402F0-310A-4CF3-BCFE-0D166757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86375"/>
            <a:ext cx="1228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매번 다시 설명해야 하는 이력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D55E6-3F78-4E4C-A802-CD3023C1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934075"/>
            <a:ext cx="1228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범용 챗봇에는 배경을 반복해서 입력하고, 결과의 사실도 확인해야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20443-3DEC-4077-A0B1-0AA8EFA6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7191375"/>
            <a:ext cx="1190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주요 대상  이직을 준비하는 1~7년차 개발자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FEF4A-AEAA-469F-9632-1C582728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nerdnam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415FD-5B62-4BF3-9178-CDDC1EAB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01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8836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05A64-DE71-4DA9-AA38-7B8487F2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내 경험을 검토하고 저장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89446-DC0B-489F-8F80-2E69527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프로젝트를</a:t>
            </a:r>
          </a:p>
          <a:p xmlns:a="http://schemas.openxmlformats.org/drawingml/2006/main">
            <a:pPr>
              <a:buNone/>
              <a:def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문제·해결·결과로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B310C-F13B-4605-8E12-CD4232F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AI가 프로젝트를 사례로 나누고,</a:t>
            </a:r>
          </a:p>
          <a:p xmlns:a="http://schemas.openxmlformats.org/drawingml/2006/main">
            <a:pPr>
              <a:buNone/>
              <a:def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사용자는 내용을 수정·확정합니다.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CE8F2-34E1-48C2-9F0F-2AFD9193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609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빠진 사실은 확인 질문으로 보완하고</a:t>
            </a:r>
          </a:p>
          <a:p xmlns:a="http://schemas.openxmlformats.org/drawingml/2006/main">
            <a: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확정한 사례만 경험 라이브러리에 저장합니다.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3FD90-820E-4836-936C-A758C1E72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5b136abb446f5"/>
          <a:stretch xmlns:a="http://schemas.openxmlformats.org/drawingml/2006/main"/>
        </p:blipFill>
        <p:spPr>
          <a:xfrm xmlns:a="http://schemas.openxmlformats.org/drawingml/2006/main">
            <a:off x="7143750" y="1905826"/>
            <a:ext cx="7334250" cy="531329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AEB0F-EDFE-4846-AA18-3616E2D4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381875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검토 화면 시안 일부 · 예시 데이터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3C167-B0D8-4548-94C1-51AC3F55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nerdnam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20CFB-014D-4869-AF38-EFE204A6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01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1766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82070-D022-411A-A872-E4624674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공고 요건과 내 경험을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4CEE5-3EF6-4D38-BDF8-221B190A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요건마다</a:t>
            </a:r>
          </a:p>
          <a:p xmlns:a="http://schemas.openxmlformats.org/drawingml/2006/main">
            <a:pPr>
              <a:buNone/>
              <a:def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근거를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D3EB9-2527-4C93-88B1-8DE84E20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필수·우대사항을 입력하면</a:t>
            </a:r>
          </a:p>
          <a:p xmlns:a="http://schemas.openxmlformats.org/drawingml/2006/main">
            <a: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저장된 경험에서</a:t>
            </a:r>
          </a:p>
          <a:p xmlns:a="http://schemas.openxmlformats.org/drawingml/2006/main">
            <a: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관련 사례를 찾습니다.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B348B-2A82-4EA8-9259-1CF64BC2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충족 여부와 판정 이유,</a:t>
            </a:r>
          </a:p>
          <a:p xmlns:a="http://schemas.openxmlformats.org/drawingml/2006/main">
            <a: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부족한 요건의 대응 방향을</a:t>
            </a:r>
          </a:p>
          <a:p xmlns:a="http://schemas.openxmlformats.org/drawingml/2006/main">
            <a:pPr>
              <a:buNone/>
              <a:def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함께 확인합니다.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7A423-3C91-4944-80C5-EABABE64F2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426807ae740a7"/>
          <a:stretch xmlns:a="http://schemas.openxmlformats.org/drawingml/2006/main"/>
        </p:blipFill>
        <p:spPr>
          <a:xfrm xmlns:a="http://schemas.openxmlformats.org/drawingml/2006/main">
            <a:off x="5527100" y="2095500"/>
            <a:ext cx="8948299" cy="49625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8DD6C-7EB9-499D-B0E4-B9DD00DD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524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적합도 리포트 시안 일부 · 예시 데이터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F784B-7FC4-497C-8E51-1BD10C35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nerdnam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9DAB4-A9B4-4942-AF37-2522DFC1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01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7382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53474-3831-4738-A336-E9D8D241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서류별로 작성 방향을 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77552-8E40-4985-90F2-B9B7E12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무엇을, 어떤 순서로</a:t>
            </a:r>
          </a:p>
          <a:p xmlns:a="http://schemas.openxmlformats.org/drawingml/2006/main">
            <a:pPr>
              <a:buNone/>
              <a:def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2142C8"/>
                </a:solidFill>
                <a:latin typeface="Apple SD Gothic Neo"/>
                <a:ea typeface="Apple SD Gothic Neo"/>
                <a:cs typeface="Apple SD Gothic Neo"/>
              </a:rPr>
              <a:t>쓸지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55189-202B-4D04-B3AC-7F9E8300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지원동기와 자기소개,</a:t>
            </a:r>
          </a:p>
          <a:p xmlns:a="http://schemas.openxmlformats.org/drawingml/2006/main">
            <a: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포트폴리오와 경력기술서의</a:t>
            </a:r>
          </a:p>
          <a:p xmlns:a="http://schemas.openxmlformats.org/drawingml/2006/main">
            <a:pPr>
              <a:buNone/>
              <a:def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5171C"/>
                </a:solidFill>
                <a:latin typeface="Apple SD Gothic Neo"/>
                <a:ea typeface="Apple SD Gothic Neo"/>
                <a:cs typeface="Apple SD Gothic Neo"/>
              </a:rPr>
              <a:t>구성과 강조점을 잡습니다.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F959D-5E6F-41F8-93E3-2DEFBFC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제안에 쓰인 경험 출처를 확인하고,</a:t>
            </a:r>
          </a:p>
          <a:p xmlns:a="http://schemas.openxmlformats.org/drawingml/2006/main">
            <a:pPr>
              <a:buNone/>
              <a:def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자기 목소리로 완성합니다.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546AC-930A-4004-8940-0A169B9B8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5cdde13474f89"/>
          <a:stretch xmlns:a="http://schemas.openxmlformats.org/drawingml/2006/main"/>
        </p:blipFill>
        <p:spPr>
          <a:xfrm xmlns:a="http://schemas.openxmlformats.org/drawingml/2006/main">
            <a:off x="5905500" y="2000971"/>
            <a:ext cx="8572500" cy="501823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7DCAF-6B96-4519-8F2E-A7DCC29C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239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작성 방향 시안 일부 · 예시 데이터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B24A4-ADAC-42F4-854B-4F4299DD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nerdnam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431B4-CF58-4EB9-B5E6-F16EDC3D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01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55C6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7762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49C84-32BB-4AA9-82AB-93C8D824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팀원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B8D87-0F89-4B29-8204-50A32C4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문장혁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EADC3-CE95-48A6-83E2-5A8D6FDB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rPr>
              <a:t>백엔드, 인프라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0355C-53F7-4B03-87BA-8877651F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rPr>
              <a:t>팀장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994BA-028F-459B-B3F9-1F78448E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박준우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C96E9-400B-4801-9BA0-AD2F8231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rPr>
              <a:t>프론트엔드, 인프라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7A35D-E209-4763-BF83-B27DDF75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김민규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46156-663B-42CE-BA05-90941F7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01027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B9C8FF"/>
                </a:solidFill>
                <a:latin typeface="Apple SD Gothic Neo"/>
                <a:ea typeface="Apple SD Gothic Neo"/>
                <a:cs typeface="Apple SD Gothic Neo"/>
              </a:rPr>
              <a:t>모델 서빙, 인프라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3561B-4AF4-4B0F-8532-B4D0BB0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rPr>
              <a:t>nerdnam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4E83C-DFA0-4FAB-9BDC-86C3A2B1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01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BC1C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7244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2026-10-23T01:07:30.2940000Z</dcterms:created>
  <dcterms:modified xsi:type="dcterms:W3CDTF">2026-10-23T01:07:30.2940000Z</dcterms:modified>
</coreProperties>
</file>